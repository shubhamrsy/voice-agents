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7315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C63FF"/>
                </a:solidFill>
                <a:latin typeface="Calibri"/>
              </a:defRPr>
            </a:pPr>
            <a:r>
              <a:t>Open-Source Omnichannel AI Agent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DD"/>
                </a:solidFill>
                <a:latin typeface="Calibri"/>
              </a:defRPr>
            </a:pPr>
            <a:r>
              <a:t>Chat · Copilot · Voice — One Orchestrator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5669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t>github.com/ShubhamRSY/voice-agents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Nexus?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DD"/>
                </a:solidFill>
                <a:latin typeface="Calibri"/>
              </a:defRPr>
            </a:pPr>
            <a:r>
              <a:t>Nexus is an open-source, enterprise-grade omnichannel AI agent platform that unifies customer support conversations across chat, copilot assistance, and voice telephony into a single orchestration runtime.</a:t>
            </a:r>
            <a:br/>
            <a:br/>
            <a:r>
              <a:t>It solves the problem of fragmented support tools by providing one AI engine that routes conversations, retrieves knowledge via RAG, supports multiple LLM providers, and improves responses through a built-in CSAT feedback loop — all from a single console.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Three Channels, One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73152" cy="109728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C63FF"/>
                </a:solidFill>
                <a:latin typeface="Calibri"/>
              </a:defRPr>
            </a:pPr>
            <a:r>
              <a:t>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t>Live AI conversation with SSE streaming, RAG citations,</a:t>
            </a:r>
            <a:br/>
            <a:r>
              <a:t>fragmented history, and session management.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66160"/>
            <a:ext cx="73152" cy="109728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C63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0233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t>Agent-assist mode — paste a customer transcript,</a:t>
            </a:r>
            <a:br/>
            <a:r>
              <a:t>get an AI-suggested reply instantly.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120640"/>
            <a:ext cx="73152" cy="109728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C63FF"/>
                </a:solidFill>
                <a:latin typeface="Calibri"/>
              </a:defRPr>
            </a:pPr>
            <a:r>
              <a:t>Voice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t>PSTN telephony via Twilio, Amazon Connect, or any</a:t>
            </a:r>
            <a:br/>
            <a:r>
              <a:t>SIP/CCaaS. Live STT → AI → TTS 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User → REST API → Orchestrator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  ├─ Session Manager (create / load / save)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  ├─ RAG Engine (vector retrieval + citations)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  ├─ Prompt Builder (system prompt + history + context)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  ├─ LLM Provider (OpenAI, Anthropic, Gemini, Mock)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  └─ SSE Streaming Response → Console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Layered design: Routers → Orchestrator → Services → Providers → Infrastructure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Multi-LLM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OpenAI GPT-4o / GPT-4o-mini — default provider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Anthropic Claude 3.5 — via anthropic_provider.py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Google Gemini 2.0 Flash — via gemini_provider.py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Mock LLM — built-in fallback (no API key needed for dev)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Per-agent model configuration via YAML agent definitions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Switch models without code changes — config-driven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RAG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Vector-based retrieval augmented generation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Chunked knowledge base (configurable chunk size)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Top-K retrieval with configurable threshold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Source citations in every AI response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Markdown knowledge base → vector embeddings pipeline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Per-agent knowledge base configuration in YAML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Voice Telephony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Twilio Programmable Voice — production-ready PSTN integration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Amazon Connect — CCaaS integration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Generic SIP / CCaaS — any SIP trunk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VAPI.ai &amp; Retell AI — AI voice agent overlay support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Built-in simulator for local dev (no hardware required)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STT: Deepgram, AssemblyAI  |  TTS: ElevenLabs, PlayHT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Twilio webhook handler + status callbacks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Call logs and status endpoints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Feedback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Users rate responses — 👍 / 👎 / CSAT score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CSAT ratings dynamically tune agent temperature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Adjusts RAG retrieval threshold based on feedback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Sentiment tracking across sessions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All feedback logged for analysis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Enables continuous improvement without manual tuning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Security &amp; Integrations Vault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AES-256-GCM encrypted vault for API keys &amp; credentials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REST API for credential CRUD (keys stored encrypted at rest)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JWT authentication with configurable expiry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Pydantic input validation on all endpoints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Strict CORS origin whitelist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No secrets in .env committed to version control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Console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Dark mode with premium animations and micro-interactions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Three-channel tabs: Chat / Copilot / Voice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Per-mode message filtering with sync toggle (🔗 / ⊘)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Session sidebar: create, rename, switch, clear sessions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SSE streaming — word-by-word AI response display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Typing indicator and streaming cursor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Welcome screen with per-mode placeholders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Clean, responsive layout with scrollable message history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iPaaS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Lifecycle event webhooks for n8n, Zapier, and custom flows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Events: session.created, message.completed, feedback.submitted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Async dispatch via httpx — non-blocking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Event history endpoint for debugging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Connect to CRMs (Salesforce, Zendesk, ServiceNow), Slack, and more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Docker: docker compose -f deploy/docker/docker-compose.yml up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Bare metal: uvicorn src.main:app --host 0.0.0.0 --port 8001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CI/CD: GitHub Actions — lint, test, e2e, build, deploy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Configuration-driven agents via YAML (config/agents/)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Environment-based settings via .env (config/environment/)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3657600" cy="508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Testing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158+ unit tests covering all routers, services, and providers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33 comprehensive E2E tests simulating real user flows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Mock LLM provider enables testing without API keys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Ruff linter + mypy type checking in CI</a:t>
            </a:r>
          </a:p>
          <a:p>
            <a:pPr>
              <a:spcAft>
                <a:spcPts val="800"/>
              </a:spcAft>
              <a:defRPr sz="1800">
                <a:solidFill>
                  <a:srgbClr val="CCCCDD"/>
                </a:solidFill>
                <a:latin typeface="Calibri"/>
              </a:defRPr>
            </a:pPr>
            <a:r>
              <a:t>Coverage reports output to reports/coverage/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63FF"/>
                </a:solidFill>
                <a:latin typeface="Calibri"/>
              </a:defRPr>
            </a:pPr>
            <a:r>
              <a:t>Nexus — Open-Source Omnichannel AI Agent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DD"/>
                </a:solidFill>
                <a:latin typeface="Calibri"/>
              </a:defRPr>
            </a:pPr>
            <a:r>
              <a:t>MIT License  ·  github.com/ShubhamRSY/voice-agents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