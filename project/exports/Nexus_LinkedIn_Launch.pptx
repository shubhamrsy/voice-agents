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co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v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integ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— Chat · Copilot · Voice · Integrations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