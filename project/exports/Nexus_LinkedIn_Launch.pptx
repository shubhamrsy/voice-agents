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0"/>
            <a:ext cx="109728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0"/>
            <a:ext cx="109728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0"/>
            <a:ext cx="109728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649" y="0"/>
            <a:ext cx="3722397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Chat · Copilot · Voice · Integrations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