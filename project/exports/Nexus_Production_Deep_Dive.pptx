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in contact-center language (AHT, CSAT, escalations, handoffs).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image-2b57a9b6-9666-4e93-9ab4-fc5db0f6141b.png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01-chat.png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04-integrations.png</a:t>
            </a:r>
          </a:p>
          <a:p/>
          <a:p>
            <a:r>
              <a:t>Explain what the viewer is seeing, what problem this UI solves, and how it connects to the backend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 — Production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Omnichannel AI agent platform (Chat · Copilot · Voice) with auth, observability, and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CX teams lose speed and accuracy when chat, voice, and internal tools are siloed.</a:t>
            </a:r>
          </a:p>
          <a:p>
            <a:pPr/>
            <a:r>
              <a:t>Nexus provides one orchestrator and one console for customer + agent workflows across channels.</a:t>
            </a:r>
          </a:p>
          <a:p>
            <a:pPr/>
            <a:r>
              <a:t>Outcomes: faster resolutions, consistent quality, and full operational visibility.</a:t>
            </a:r>
          </a:p>
          <a:p>
            <a:pPr/>
            <a:r>
              <a:t>Production baseline: HTTPS, JWT auth, rate limiting, audit logging, backups, systemd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 (Agentic CX)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Agents for Customers: resolve chat/voice inquiries end-to-end (intake → execute → follow-up)</a:t>
            </a:r>
          </a:p>
          <a:p>
            <a:pPr/>
            <a:r>
              <a:t>AI Agents for Frontline Teams: copilot assistance with context + next-best actions + drafts</a:t>
            </a:r>
          </a:p>
          <a:p>
            <a:pPr/>
            <a:r>
              <a:t>AI Agents for Operations: evaluation, insights, and continuous improvement loops</a:t>
            </a:r>
          </a:p>
          <a:p>
            <a:pPr/>
            <a:r>
              <a:t>Shared knowledge layer: RAG retrieval with persistence (Chroma), citations, and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Browser UI (static) → FastAPI `/api/v1/*`</a:t>
            </a:r>
          </a:p>
          <a:p>
            <a:pPr/>
            <a:r>
              <a:t>JWT auth (multi-tenant) gates all production endpoints</a:t>
            </a:r>
          </a:p>
          <a:p>
            <a:pPr/>
            <a:r>
              <a:t>Orchestrator routes requests to tools + KB retrieval</a:t>
            </a:r>
          </a:p>
          <a:p>
            <a:pPr/>
            <a:r>
              <a:t>Persistence: SQLite + Chroma on free tier (upgrade path: Postgres + Redis)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APP_ENV=production (docs disabled, demo reset disabled)</a:t>
            </a:r>
          </a:p>
          <a:p>
            <a:pPr/>
            <a:r>
              <a:t>AUTH_REQUIRED=true (JWT required for APIs + WS)</a:t>
            </a:r>
          </a:p>
          <a:p>
            <a:pPr/>
            <a:r>
              <a:t>Registration closed after bootstrap (ALLOW_REGISTRATION=false)</a:t>
            </a:r>
          </a:p>
          <a:p>
            <a:pPr/>
            <a:r>
              <a:t>Admin-only integrations + audit logging</a:t>
            </a:r>
          </a:p>
          <a:p>
            <a:pPr/>
            <a:r>
              <a:t>Rate limiting middleware per endpoint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systemd: `nexus.service` for reboot-safe uptime</a:t>
            </a:r>
          </a:p>
          <a:p>
            <a:pPr/>
            <a:r>
              <a:t>Daily backups: SQLite + Chroma + config (`nexus-backup.timer`)</a:t>
            </a:r>
          </a:p>
          <a:p>
            <a:pPr/>
            <a:r>
              <a:t>Edge hardening: Caddy TLS + security headers + CSP</a:t>
            </a:r>
          </a:p>
          <a:p>
            <a:pPr/>
            <a:r>
              <a:t>Monitoring: health endpoint + optional Sentry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Integrations (62 native connectors)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Public catalog at /integrations — searchable by category (CRM, ticketing, CCaaS, BI, HRIS, …)</a:t>
            </a:r>
          </a:p>
          <a:p>
            <a:pPr/>
            <a:r>
              <a:t>Each connector: encrypted vault credentials, status API, and proxy routes</a:t>
            </a:r>
          </a:p>
          <a:p>
            <a:pPr/>
            <a:r>
              <a:t>Examples: HubSpot, Salesforce, Zendesk, Freshdesk, PagerDuty, Snowflake, Epic, Workday</a:t>
            </a:r>
          </a:p>
          <a:p>
            <a:pPr/>
            <a:r>
              <a:t>iPaaS webhooks (n8n/Zapier) alongside native adapters for lifecycle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1</a:t>
            </a:r>
          </a:p>
        </p:txBody>
      </p:sp>
      <p:pic>
        <p:nvPicPr>
          <p:cNvPr id="3" name="Picture 2" descr="image-2b57a9b6-9666-4e93-9ab4-fc5db0f61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835" y="1280160"/>
            <a:ext cx="353833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Auth gate: sign-in / create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2</a:t>
            </a:r>
          </a:p>
        </p:txBody>
      </p:sp>
      <p:pic>
        <p:nvPicPr>
          <p:cNvPr id="3" name="Picture 2" descr="01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280160"/>
            <a:ext cx="760780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Nexus console UI (chat / copilot / voice)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— Example 3</a:t>
            </a:r>
          </a:p>
        </p:txBody>
      </p:sp>
      <p:pic>
        <p:nvPicPr>
          <p:cNvPr id="3" name="Picture 2" descr="04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69" y="1280160"/>
            <a:ext cx="258086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Integrations catalog — 62 native connectors (CRM, CCaaS, BI, HRIS, and more)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Helps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62 native integrations — CRM, ticketing, telephony, BI, and HRIS out of the box</a:t>
            </a:r>
          </a:p>
          <a:p>
            <a:pPr/>
            <a:r>
              <a:t>Composable platform: swap LLMs, connectors, and automation flows</a:t>
            </a:r>
          </a:p>
          <a:p>
            <a:pPr/>
            <a:r>
              <a:t>Clear security posture: auth-first, encrypted vault, audit log</a:t>
            </a:r>
          </a:p>
          <a:p>
            <a:pPr/>
            <a:r>
              <a:t>Operational maturity: backups, systemd, health checks, 215+ automated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Move to Oracle Always Free Ampere A1 (still $0) for Postgres + Redis</a:t>
            </a:r>
          </a:p>
          <a:p>
            <a:pPr/>
            <a:r>
              <a:t>Add admin UI for user provisioning (instead of API-only)</a:t>
            </a:r>
          </a:p>
          <a:p>
            <a:pPr/>
            <a:r>
              <a:t>Add WAF/bot protection (Cloudflare) and alerting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Production Deep Dive</dc:title>
  <dc:subject>Production-grade omnichannel AI agent platform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